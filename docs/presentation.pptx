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GlucoTwin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 b="1"/>
            </a:pPr>
            <a:r>
              <a:t>Project overview</a:t>
            </a:r>
          </a:p>
          <a:p>
            <a:pPr>
              <a:defRPr sz="2200"/>
            </a:pPr>
            <a:r>
              <a:t>A time-series digital twin proof of concept</a:t>
            </a:r>
          </a:p>
          <a:p>
            <a:pPr>
              <a:defRPr sz="2200"/>
            </a:pPr>
            <a:r>
              <a:t>Digital health • Forecasting • Explainable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Health readings are often reviewed as isolated snapshots.</a:t>
            </a:r>
          </a:p>
          <a:p>
            <a:pPr>
              <a:defRPr sz="2200"/>
            </a:pPr>
            <a:r>
              <a:t>A digital twin updates a virtual patient state as new data arrives.</a:t>
            </a:r>
          </a:p>
          <a:p>
            <a:pPr>
              <a:defRPr sz="2200"/>
            </a:pPr>
            <a:r>
              <a:t>Goal: forecast a future glucose value from historical and sensor-like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Healthcare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Simulated patient history + glucose time series</a:t>
            </a:r>
          </a:p>
          <a:p>
            <a:pPr>
              <a:defRPr sz="2200"/>
            </a:pPr>
            <a:r>
              <a:t>Context: activity, meal estimate, sleep and heart rate</a:t>
            </a:r>
          </a:p>
          <a:p>
            <a:pPr>
              <a:defRPr sz="2200"/>
            </a:pPr>
            <a:r>
              <a:t>Forecast 30 minutes ahead and show trends in a dashboard</a:t>
            </a:r>
          </a:p>
          <a:p>
            <a:pPr>
              <a:defRPr sz="2200"/>
            </a:pPr>
            <a:r>
              <a:t>Outputs are educational, not clinical advice.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Data generation / permitted data</a:t>
            </a:r>
          </a:p>
          <a:p>
            <a:pPr>
              <a:defRPr sz="2200"/>
            </a:pPr>
            <a:r>
              <a:t>Validation and lag/rolling feature engineering</a:t>
            </a:r>
          </a:p>
          <a:p>
            <a:pPr>
              <a:defRPr sz="2200"/>
            </a:pPr>
            <a:r>
              <a:t>Random Forest regression baseline</a:t>
            </a:r>
          </a:p>
          <a:p>
            <a:pPr>
              <a:defRPr sz="2200"/>
            </a:pPr>
            <a:r>
              <a:t>FastAPI endpoints → dashboard / charts</a:t>
            </a:r>
          </a:p>
          <a:p>
            <a:pPr>
              <a:defRPr sz="2200"/>
            </a:pPr>
            <a:r>
              <a:t>See architecture.pdf for the diagram.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AI/ML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Python, pandas, NumPy and scikit-learn</a:t>
            </a:r>
          </a:p>
          <a:p>
            <a:pPr>
              <a:defRPr sz="2200"/>
            </a:pPr>
            <a:r>
              <a:t>Chronological 80/20 train/test split</a:t>
            </a:r>
          </a:p>
          <a:p>
            <a:pPr>
              <a:defRPr sz="2200"/>
            </a:pPr>
            <a:r>
              <a:t>Metrics: MAE and RMSE</a:t>
            </a:r>
          </a:p>
          <a:p>
            <a:pPr>
              <a:defRPr sz="2200"/>
            </a:pPr>
            <a:r>
              <a:t>Synthetic data only; results do not establish clinical validity.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GET /health</a:t>
            </a:r>
          </a:p>
          <a:p>
            <a:pPr>
              <a:defRPr sz="2200"/>
            </a:pPr>
            <a:r>
              <a:t>GET /twin/demo-patient</a:t>
            </a:r>
          </a:p>
          <a:p>
            <a:pPr>
              <a:defRPr sz="2200"/>
            </a:pPr>
            <a:r>
              <a:t>GET /forecast/demo-patient?horizon_minutes=30</a:t>
            </a:r>
          </a:p>
          <a:p>
            <a:pPr>
              <a:defRPr sz="2200"/>
            </a:pPr>
            <a:r>
              <a:t>Interactive API docs at /docs after running locally.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Evaluated MAE: 6.33 mg/dL | RMSE: 7.81 mg/dL (on 698 chronological test samples)</a:t>
            </a:r>
          </a:p>
          <a:p>
            <a:pPr>
              <a:defRPr sz="2200"/>
            </a:pPr>
            <a:r>
              <a:t>Synthetic data may not represent real physiology.</a:t>
            </a:r>
          </a:p>
          <a:p>
            <a:pPr>
              <a:defRPr sz="2200"/>
            </a:pPr>
            <a:r>
              <a:t>No diagnosis, treatment recommendations or emergency assessment.</a:t>
            </a:r>
          </a:p>
          <a:p>
            <a:pPr>
              <a:defRPr sz="2200"/>
            </a:pPr>
            <a:r>
              <a:t>Future work: permitted real-world dataset, calibration, uncertainty and expert review.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Source &amp;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Licence: MIT</a:t>
            </a:r>
          </a:p>
          <a:p>
            <a:pPr>
              <a:defRPr sz="2200"/>
            </a:pPr>
            <a:r>
              <a:t>Public GitHub repository required</a:t>
            </a:r>
          </a:p>
          <a:p>
            <a:pPr>
              <a:defRPr sz="2200"/>
            </a:pPr>
            <a:r>
              <a:t>Add unlisted 15–20 minute YouTube demo link to README</a:t>
            </a:r>
          </a:p>
          <a:p>
            <a:pPr>
              <a:defRPr sz="2200"/>
            </a:pPr>
            <a:r>
              <a:t>Replace team, college and video placeholders before submission.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